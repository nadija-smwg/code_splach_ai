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Play" panose="020B0604020202020204" charset="0"/>
      <p:regular r:id="rId4"/>
      <p:bold r:id="rId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jDE0t+s9erf2tS3J4goEkxwIGJ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title="ChatGPT Image Sep 28, 2026, 09_50_54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1737" y="0"/>
            <a:ext cx="1225373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508650" y="1572775"/>
            <a:ext cx="49125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121212"/>
                </a:solidFill>
                <a:latin typeface="Play"/>
                <a:ea typeface="Play"/>
                <a:cs typeface="Play"/>
                <a:sym typeface="Play"/>
              </a:rPr>
              <a:t>PROJECT NAME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612648" y="2350008"/>
            <a:ext cx="1051560" cy="50292"/>
          </a:xfrm>
          <a:prstGeom prst="rect">
            <a:avLst/>
          </a:prstGeom>
          <a:solidFill>
            <a:srgbClr val="F45B00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647700" y="3105200"/>
            <a:ext cx="200610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600" b="1" dirty="0" err="1"/>
              <a:t>ClearanceX</a:t>
            </a:r>
            <a:endParaRPr lang="en-US" sz="1600" dirty="0"/>
          </a:p>
        </p:txBody>
      </p:sp>
      <p:sp>
        <p:nvSpPr>
          <p:cNvPr id="88" name="Google Shape;88;p1"/>
          <p:cNvSpPr txBox="1"/>
          <p:nvPr/>
        </p:nvSpPr>
        <p:spPr>
          <a:xfrm>
            <a:off x="612650" y="2697475"/>
            <a:ext cx="1575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Theme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12650" y="3614100"/>
            <a:ext cx="3261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121212"/>
                </a:solidFill>
              </a:rPr>
              <a:t>University </a:t>
            </a:r>
            <a:r>
              <a:rPr lang="en-US" sz="2800" b="1" i="0" u="none" strike="noStrike" cap="none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 sz="28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612650" y="4013775"/>
            <a:ext cx="2600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University Of Moratuwa</a:t>
            </a:r>
            <a:endParaRPr b="1" dirty="0"/>
          </a:p>
        </p:txBody>
      </p:sp>
      <p:sp>
        <p:nvSpPr>
          <p:cNvPr id="91" name="Google Shape;91;p1"/>
          <p:cNvSpPr txBox="1"/>
          <p:nvPr/>
        </p:nvSpPr>
        <p:spPr>
          <a:xfrm>
            <a:off x="3789017" y="3105200"/>
            <a:ext cx="29667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ANTS</a:t>
            </a:r>
            <a:endParaRPr b="1" dirty="0"/>
          </a:p>
        </p:txBody>
      </p:sp>
      <p:sp>
        <p:nvSpPr>
          <p:cNvPr id="92" name="Google Shape;92;p1"/>
          <p:cNvSpPr txBox="1"/>
          <p:nvPr/>
        </p:nvSpPr>
        <p:spPr>
          <a:xfrm>
            <a:off x="3762765" y="4013775"/>
            <a:ext cx="3764400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21212"/>
                </a:solidFill>
              </a:rPr>
              <a:t>Nadija </a:t>
            </a:r>
            <a:r>
              <a:rPr lang="en-US" sz="1600" b="1" dirty="0" err="1">
                <a:solidFill>
                  <a:srgbClr val="121212"/>
                </a:solidFill>
              </a:rPr>
              <a:t>Welihena</a:t>
            </a:r>
            <a:r>
              <a:rPr lang="en-US" sz="1600" b="1" dirty="0">
                <a:solidFill>
                  <a:srgbClr val="121212"/>
                </a:solidFill>
              </a:rPr>
              <a:t> Gamage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21212"/>
                </a:solidFill>
              </a:rPr>
              <a:t>Kaveen </a:t>
            </a:r>
            <a:r>
              <a:rPr lang="en-US" sz="1600" b="1" dirty="0" err="1">
                <a:solidFill>
                  <a:srgbClr val="121212"/>
                </a:solidFill>
              </a:rPr>
              <a:t>Hirumal</a:t>
            </a:r>
            <a:endParaRPr lang="en-US" sz="1600" b="1" dirty="0">
              <a:solidFill>
                <a:srgbClr val="121212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21212"/>
                </a:solidFill>
              </a:rPr>
              <a:t>Aloka Fernando</a:t>
            </a:r>
            <a:endParaRPr b="1" dirty="0"/>
          </a:p>
        </p:txBody>
      </p:sp>
      <p:sp>
        <p:nvSpPr>
          <p:cNvPr id="93" name="Google Shape;93;p1"/>
          <p:cNvSpPr txBox="1"/>
          <p:nvPr/>
        </p:nvSpPr>
        <p:spPr>
          <a:xfrm>
            <a:off x="3762765" y="2700675"/>
            <a:ext cx="3345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Team Name</a:t>
            </a:r>
            <a:endParaRPr sz="2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762765" y="3619325"/>
            <a:ext cx="4137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121212"/>
                </a:solidFill>
                <a:latin typeface="Arial"/>
                <a:ea typeface="Arial"/>
                <a:cs typeface="Arial"/>
                <a:sym typeface="Arial"/>
              </a:rPr>
              <a:t>Members Details</a:t>
            </a:r>
            <a:endParaRPr sz="2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Calibri</vt:lpstr>
      <vt:lpstr>Arial</vt:lpstr>
      <vt:lpstr>Play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MANSARA W.G.N.S.</cp:lastModifiedBy>
  <cp:revision>1</cp:revision>
  <dcterms:created xsi:type="dcterms:W3CDTF">2013-01-27T09:14:16Z</dcterms:created>
  <dcterms:modified xsi:type="dcterms:W3CDTF">2026-09-29T22:15:16Z</dcterms:modified>
</cp:coreProperties>
</file>